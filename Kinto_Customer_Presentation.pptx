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F234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</a:rPr>
              <a:t>Stop running your factory on WhatsApp and Excel.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One platform for invoicing, production, inventory, quality and accounts — built for Indian manufacturers.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93192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319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Free Trial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86200" y="393192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39319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AFE"/>
                </a:solidFill>
              </a:rPr>
              <a:t>Book a Demo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credit card  ·  No lock-in  ·  Full access for 14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0F234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0972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GST Compliant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WhatsApp Ready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Made in India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6217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kintoops.com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</a:rPr>
              <a:t>THE REALITY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sound familiar?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63040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62763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You call your foreman to know today's production status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63040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162763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Inventory mismatch found only at month-end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35808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35808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GST invoice errors caught by your CA after filing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035808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035808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32004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Quality complaint — no checklist record to refer back 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608576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608576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477316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New operator started — no system to train them on process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608576"/>
            <a:ext cx="5715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608576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086600" y="477316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Payment received but ledger updated days later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6172200"/>
            <a:ext cx="11548872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6172200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If any of these are true — Kinto Smart Ops was built for you.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</a:rPr>
              <a:t>THE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factory needs — in one screen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417320"/>
            <a:ext cx="37490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490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Invoicing &amp; GST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3911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GST invoices, e-invoicing, credit notes, UPI QR — all in minutes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417320"/>
            <a:ext cx="37490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407408" y="1490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Inventory &amp; Stock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03911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Raw material batches, FIFO allocation, finished goods, real-time stock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7532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1417320"/>
            <a:ext cx="374904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8385048" y="1490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Production &amp; BOM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03911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Bill of Materials, material issuance, batch tracking, variance reports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94760"/>
            <a:ext cx="37490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38679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 Checklists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1655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Operators complete machine checks on WhatsApp — no app to install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3794760"/>
            <a:ext cx="374904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407408" y="38679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Accounting &amp; Ledger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441655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 journal entries, P&amp;L, Balance Sheet, Trial Balance — always accurate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7532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794760"/>
            <a:ext cx="3749040" cy="50292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0" name="Text 28"/>
          <p:cNvSpPr/>
          <p:nvPr/>
        </p:nvSpPr>
        <p:spPr>
          <a:xfrm>
            <a:off x="8385048" y="38679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 &amp; Analytics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4416552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Production KPIs, sales overview, pending payments — live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</a:rPr>
              <a:t>FEATURE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Invoicing — Done in Under 2 Minutes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5303520" cy="5074920"/>
          </a:xfrm>
          <a:prstGeom prst="roundRect">
            <a:avLst>
              <a:gd name="adj" fmla="val 1802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Before Kinto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5798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57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Tally entry + manual GST calculation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157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Separate Excel for customer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741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Invoice errors found at GST filing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325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 UPI QR on invoice — follow-up calls for payment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91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6908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Credit notes done manually — often missed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49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Zero visibility on which invoices are overdue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371600"/>
            <a:ext cx="5925312" cy="5074920"/>
          </a:xfrm>
          <a:prstGeom prst="roundRect">
            <a:avLst>
              <a:gd name="adj" fmla="val 1802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371600"/>
            <a:ext cx="5925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With Kinto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215798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0574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GST invoice created in under 2 minutes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8163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271576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Customer ledger updated automatically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347472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37413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GST reports auto-generated — no manual work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13308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03250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UPI QR code printed on every invoice — faster payments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4791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46908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Credit notes with one click — linked to original invoice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544982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5349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Pending payment dashboard — see overdue at a glance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3657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</a:rPr>
              <a:t>FEATURE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Operators Use WhatsApp — So Does Kinto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</a:rPr>
              <a:t>How machine startup &amp; checklist works: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75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93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Morning reminder sent automatically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340864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Kinto sends a WhatsApp message to the operator at shift start — "Machine XYZ startup checklist"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8895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 replies on WhatsApp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236976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Answers each checklist question by typing or using quick-reply buttons. No app. No training needed.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12464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8679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Photo upload if needed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 sends a photo of any issue directly in WhatsApp — saved securely to the system.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08576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7640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681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Supervisor gets notified of issues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5029200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Any failed check triggers an instant alert to the supervisor. Nothing slips through.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5504688"/>
            <a:ext cx="11548872" cy="777240"/>
          </a:xfrm>
          <a:prstGeom prst="roundRect">
            <a:avLst>
              <a:gd name="adj" fmla="val 9412"/>
            </a:avLst>
          </a:prstGeom>
          <a:solidFill>
            <a:srgbClr val="0F2346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56601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660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5577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audit trail in the system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5925312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All responses timestamped, stored, reportable. Proof of compliance for every shift.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6400800"/>
            <a:ext cx="11548872" cy="347472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6400800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</a:rPr>
              <a:t>No new app. No training. Operators already use WhatsApp — Kinto works where they are.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A580C"/>
                </a:solidFill>
              </a:rPr>
              <a:t>FEATURE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Tracking That Actually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5715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571500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9047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Bill of Materials (BOM)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39112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Define exactly what raw materials go into each product. Kinto auto-calculates what to issue per production order.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5715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17320"/>
            <a:ext cx="57150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9047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FIFO Batch Allocation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039112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Oldest stock used first — automatically. No manual tracking. Expiry-sensitive materials handled correctly.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5715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749040"/>
            <a:ext cx="57150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2219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Variance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Planned vs actual material consumption compared automatically. Catch waste and loss before it becomes a problem.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5715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749040"/>
            <a:ext cx="57150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82219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Finished Goods Approval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4370832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Quality approval step before finished goods enter sellable stock. Scrap recorded with reason and evidence.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199632"/>
            <a:ext cx="11548872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6199632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Result: Know exactly what was produced, with what material, at what cost — every single day.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</a:rPr>
              <a:t>FEATURE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Accounts Stay Current — Automatically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154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</a:rPr>
              <a:t>Every transaction in Kinto creates the correct journal entry — no manual accounting entry needed.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11548872" cy="621792"/>
          </a:xfrm>
          <a:prstGeom prst="roundRect">
            <a:avLst>
              <a:gd name="adj" fmla="val 8824"/>
            </a:avLst>
          </a:prstGeom>
          <a:solidFill>
            <a:srgbClr val="0F234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0312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Invoice raised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0520" y="210312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Debits Customer Ledger, Credits Sales &amp; GST accounts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11548872" cy="621792"/>
          </a:xfrm>
          <a:prstGeom prst="roundRect">
            <a:avLst>
              <a:gd name="adj" fmla="val 8824"/>
            </a:avLst>
          </a:prstGeom>
          <a:solidFill>
            <a:srgbClr val="0F234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163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Payment received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81635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60520" y="281635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Debits Bank/Cash, Credits Customer Ledger — FIFO applied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11548872" cy="621792"/>
          </a:xfrm>
          <a:prstGeom prst="roundRect">
            <a:avLst>
              <a:gd name="adj" fmla="val 8824"/>
            </a:avLst>
          </a:prstGeom>
          <a:solidFill>
            <a:srgbClr val="0F234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52958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Material issued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35295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60520" y="3529584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Debits WIP, Credits Raw Material Inventory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151376"/>
            <a:ext cx="11548872" cy="621792"/>
          </a:xfrm>
          <a:prstGeom prst="roundRect">
            <a:avLst>
              <a:gd name="adj" fmla="val 8824"/>
            </a:avLst>
          </a:prstGeom>
          <a:solidFill>
            <a:srgbClr val="0F234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24281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Expense recorded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4242816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424281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Debits correct Expense head, Credits Bank/Cash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864608"/>
            <a:ext cx="11548872" cy="621792"/>
          </a:xfrm>
          <a:prstGeom prst="roundRect">
            <a:avLst>
              <a:gd name="adj" fmla="val 8824"/>
            </a:avLst>
          </a:prstGeom>
          <a:solidFill>
            <a:srgbClr val="0F234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95604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Credit note issued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495604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60520" y="495604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Reverses the original invoice entries correctly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5577840"/>
            <a:ext cx="11548872" cy="621792"/>
          </a:xfrm>
          <a:prstGeom prst="roundRect">
            <a:avLst>
              <a:gd name="adj" fmla="val 8824"/>
            </a:avLst>
          </a:prstGeom>
          <a:solidFill>
            <a:srgbClr val="0F234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6692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</a:rPr>
              <a:t>Purchase made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20440" y="56692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60520" y="566928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Credits Vendor Ledger, Debits Inventory / Expense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6382512"/>
            <a:ext cx="11548872" cy="384048"/>
          </a:xfrm>
          <a:prstGeom prst="roundRect">
            <a:avLst>
              <a:gd name="adj" fmla="val 19048"/>
            </a:avLst>
          </a:prstGeom>
          <a:solidFill>
            <a:srgbClr val="0F234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6382512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7E8F9"/>
                </a:solidFill>
              </a:rPr>
              <a:t>Trial Balance · P&amp;L · Balance Sheet · Ledger — always ready. No waiting for your accountant.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C6E"/>
                </a:solidFill>
              </a:rPr>
              <a:t>FEATURE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Factory by Numbers — Not by Gut Feel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What you see on your phone or laptop — live, every day: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A3C6E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20391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Today's Revenue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Sales vs target. Invoice-wise, customer-wise.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87452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0574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20391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Production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62432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Units produced today vs planned. Shift-wise.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75320" y="187452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0574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933688" y="20391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Inventory Status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262432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Raw material levels. Low stock alerts.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2336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" y="41879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Pending Payments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Customer-wise overdue. Days outstanding.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02336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41879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Dispatch Tracker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477316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5-stage from invoice to proof of delivery.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402336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8933688" y="41879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Expense Summary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477316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Today's cash out. Category-wise breakdown.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6199632"/>
            <a:ext cx="11548872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6199632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Every metric is live. No end-of-day manual reports. No waiting. Open and see.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</a:rPr>
              <a:t>THE ROI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After You Switch to Kinto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2–4 hrs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saved per 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more manual data entry across multiple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554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43484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GST accuracy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65176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Auto-calculated, auto-reported — no more errors at filing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75320" y="14173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554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</a:rPr>
              <a:t>Zero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paper records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65176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Everything digital, searchable, auditable from anywhere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Instant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visibility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Production, inventory and payments visible in real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3931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</a:rPr>
              <a:t>30–50%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43484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less material waste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50292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BOM tracking catches over-issuance and variance daily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75320" y="37947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F2346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3931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C6E"/>
                </a:solidFill>
              </a:rPr>
              <a:t>Faster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41248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 payments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50292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UPI QR on invoice + payment dashboard = faster follow-ups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</a:rPr>
              <a:t>GETTING STARTED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Up and Running in 3 Days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188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Day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Setup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We configure your company, GST details, product masters, and user roles — done in 2 hours.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188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34840" y="2240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Day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Import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Your existing customers, vendors, and opening balances imported. We handle the data migration.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75320" y="14173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1188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12480" y="2240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Day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Go Live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03920" y="30175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Your team trained. First invoice raised. WhatsApp checklist active. You're live.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580644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No IT team needed. No server setup. Nothing to install. Works on any phone or laptop browser.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2636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6263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 Free data migration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62636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6263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 Free onboarding call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62636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6263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 Free 14-day trial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35440" y="62636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6263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 Cancel anytime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C6E"/>
                </a:solidFill>
              </a:rPr>
              <a:t>PRICING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 — No Surprises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kintoops.com  |  Start Free 14-Day Trial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3749040" cy="5833872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₹999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/month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3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999232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27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Invoicing &amp; GST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84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Purchase Orders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Accounting &amp; Ledger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988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Expense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956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Standard Reports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413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Email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868680"/>
            <a:ext cx="3749040" cy="5833872"/>
          </a:xfrm>
          <a:prstGeom prst="roundRect">
            <a:avLst>
              <a:gd name="adj" fmla="val 2927"/>
            </a:avLst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566928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566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 MOST POPULAR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0" y="15727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</a:rPr>
              <a:t>₹2,499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4297680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/month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10 users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999232"/>
            <a:ext cx="3200400" cy="0"/>
          </a:xfrm>
          <a:prstGeom prst="line">
            <a:avLst/>
          </a:prstGeom>
          <a:noFill/>
          <a:ln w="12700">
            <a:solidFill>
              <a:srgbClr val="4B8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127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Everything in Starter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3584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BOM &amp; Production Tracking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40416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WhatsApp Checklists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44988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Document Management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4956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MIS Analytics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26280" y="5413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Email + Phone Support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75320" y="868680"/>
            <a:ext cx="3749040" cy="5833872"/>
          </a:xfrm>
          <a:prstGeom prst="roundRect">
            <a:avLst>
              <a:gd name="adj" fmla="val 2927"/>
            </a:avLst>
          </a:prstGeom>
          <a:solidFill>
            <a:srgbClr val="1A3C6E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75320" y="15727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Custom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8275320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pricing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7532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Unlimited users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49640" y="2999232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3127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Everything in Professional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03920" y="3584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Unlimited storage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03920" y="40416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REST API access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44988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Custom reports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03920" y="4956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Dedicated account manager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03920" y="5413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SLA guarantee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6400800"/>
            <a:ext cx="11548872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6400800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14-day free trial on all plans  ·  Annual plan: 2 months free  ·  Extra users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factory operations?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</a:rPr>
              <a:t>Join manufacturing companies already running smarter on Kinto Smart Ops.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3566160" cy="3474720"/>
          </a:xfrm>
          <a:prstGeom prst="roundRect">
            <a:avLst>
              <a:gd name="adj" fmla="val 3158"/>
            </a:avLst>
          </a:prstGeom>
          <a:solidFill>
            <a:srgbClr val="0F2346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103120"/>
            <a:ext cx="3566160" cy="566928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 Free Trial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14-day full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No credit card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Start in 5 minutes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438912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389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kintoops.com/trial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3566160" cy="3474720"/>
          </a:xfrm>
          <a:prstGeom prst="roundRect">
            <a:avLst>
              <a:gd name="adj" fmla="val 3158"/>
            </a:avLst>
          </a:prstGeom>
          <a:solidFill>
            <a:srgbClr val="0F2346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2103120"/>
            <a:ext cx="3566160" cy="566928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1031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Book a Live Demo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278892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See every feature live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Your questions answered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30-minute session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438912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4389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kintoops.com/demo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58200" y="2103120"/>
            <a:ext cx="3566160" cy="3474720"/>
          </a:xfrm>
          <a:prstGeom prst="roundRect">
            <a:avLst>
              <a:gd name="adj" fmla="val 3158"/>
            </a:avLst>
          </a:prstGeom>
          <a:solidFill>
            <a:srgbClr val="0F2346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0" y="2103120"/>
            <a:ext cx="3566160" cy="566928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21031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Talk to Us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41080" y="278892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Call / WhatsApp 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We'll help you decide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if Kinto is right for you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32520" y="438912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4389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+91 XXXXX XXXXX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87044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87044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GST Compliant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63240" y="587044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587044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WhatsApp Ready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49240" y="587044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587044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No IT Team Needed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35240" y="587044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587044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Free Data Migration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921240" y="587044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F2346"/>
          </a:solidFill>
          <a:ln w="12700">
            <a:solidFill>
              <a:srgbClr val="4B8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21240" y="587044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Made for Indian Manufacturers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kintoops.com  |  "Stop managing your factory on WhatsApp and Excel."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2026-04-07T06:36:20Z</dcterms:created>
  <dcterms:modified xsi:type="dcterms:W3CDTF">2026-04-07T06:36:20Z</dcterms:modified>
</cp:coreProperties>
</file>