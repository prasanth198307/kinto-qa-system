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76672"/>
            <a:ext cx="12192000" cy="1481328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0"/>
            <a:ext cx="4416552" cy="5303520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0"/>
            <a:ext cx="54864" cy="5303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56032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Manufacturing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ERP Platform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Manufacturers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HR &amp; Payroll · GST Invoicing · CRM · Accounting · WhatsApp · MIS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822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46720" y="1298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Modules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19019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467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29809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4672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0599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46720" y="4535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Sales Presentation  |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www.kintoops.in  |  hello@kintoops.in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Indian Manufacturers 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tracked on Excel, inventory on paper, accounts in Tally — no single source of truth.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get weekly/monthly reports. By the time they act, the problem has grown.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3716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Compliance Burden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47888" y="162763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 creation, error-prone GST calculations, last-minute filing stress every month.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Done Manually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 registers, payroll on Excel, payslips printed by hand — error-prone and time-consuming.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1596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leads tracked on WhatsApp or notebooks. Follow-ups missed. Deals lost without knowing why.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3200400"/>
            <a:ext cx="374904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329184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ESS for Employees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7888" y="3547872"/>
            <a:ext cx="35295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call HR for payslips, leave balances, tax info. HR spends hours on routine queries.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Everything Connected.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 Smart Ops replaces every tool your factory uses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2377440"/>
            <a:ext cx="2651760" cy="2651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8346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7432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Accounting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41148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3716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ESS Portal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27432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4114800"/>
            <a:ext cx="22860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6 different tools with one integrated cloud ERP — no more data silos.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Integrated Modules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factory needs — all in one place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28616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78624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28632" y="12344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13258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&amp; Gatepasses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Returns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78608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Accounting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28616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78624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28632" y="28346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8632" y="29260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Cash Register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78608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28616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0216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278624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78624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50224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650224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628632" y="4434840"/>
            <a:ext cx="2194560" cy="1417320"/>
          </a:xfrm>
          <a:prstGeom prst="rect">
            <a:avLst>
              <a:gd name="adj" fmla="val 5161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28632" y="4526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1000232" y="4297680"/>
            <a:ext cx="640080" cy="201168"/>
          </a:xfrm>
          <a:prstGeom prst="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11000232" y="42976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Operations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material to finished goods — fully tracked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8016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BOM-Driven Production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Bills of Materials for each product. Production entries auto-calculate material consumption.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7160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Batch Tracking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62763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deducted using First-In-First-Out batches. Full traceability from GRN to dispatch.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6324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31927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return workflow — inspection, rejection, and restocking with audit trail.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6324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 &amp; Dispatch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31927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Invoice-first dispatch with digital signatures. State machine prevents tampering after issue.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54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5010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management, GRN against PO, debit notes, and raw material traceability.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54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5010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Machine-wise schedules, checklist tracking, spare part inventory, and overdue alerts.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GST-compliant, audit-ready, real-time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tax invoices with GSTIN validation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notes, debit notes, and receipt vouchers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Chart of Accounts (COA)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statement — real-time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— live, no month-end closing needed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advances with auto-adjustment on invoices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debit note adjustments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register with daily voucher printing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 with category-wise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32588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19088" y="158191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KPIs, production efficiency, cash flow, inventory turnover — no Excel needed.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301752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10896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9088" y="336499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customer, product, and period. Overdue receivables at a glance.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4800600"/>
            <a:ext cx="54864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4892040"/>
            <a:ext cx="5266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Reports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9088" y="5148072"/>
            <a:ext cx="52669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GSTR-ready summaries exportable for direct filing.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employee lifecycle management — NEW in Enterprise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234440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581912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form: personal, employment, statutory, bank, and family details. Department, designation &amp; shift masters.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1581912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tracking, monthly calendar view, late/absent reports.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24328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880360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types, approval workflows, WhatsApp notifications, EL year-end carry-forward.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532888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624328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2880360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structures with Basic/HRA/DA components, PF/ESI auto-calc, PT from state slabs.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31336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922776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Compliance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17880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TDS projection (Old &amp; New regime), investment declaration (80C/80D/HRA), Form 16 Part A+B.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831336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922776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417880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openings with Kanban pipeline, candidate applications, and stage tracking.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5129784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5221224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&amp; Final Settlement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5477256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pending salary, EL encashment, gratuity, and notice recovery.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5129784"/>
            <a:ext cx="566928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5221224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Delivery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7648" y="5477256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payslip delivery via WhatsApp and Email — one click.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sales opportunity — NEW in Professional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0" y="13898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1280160"/>
            <a:ext cx="1828800" cy="502920"/>
          </a:xfrm>
          <a:prstGeom prst="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" y="1170432"/>
            <a:ext cx="1170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Lead Pipeline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leads across pipeline stages visually. Instantly see where every deal stands.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6052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024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7024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and export your entire lead list for reporting and analysis.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92440" y="201168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2168" y="210312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02168" y="235915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company, phone, email, source, product interest, follow-up date, notes.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Assignment-Based Access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leads to sales reps. Reps only see and edit their own leads. Managers see all.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6052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024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Tracking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7024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next follow-up dates. Never let a lead go cold.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92440" y="4023360"/>
            <a:ext cx="3749040" cy="1874520"/>
          </a:xfrm>
          <a:prstGeom prst="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02168" y="4114800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02168" y="4370832"/>
            <a:ext cx="3529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by stage — instant visibility into your sales funnel health.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(ESS) Portal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your employees — reduce HR workload — NEW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789920" y="73152"/>
            <a:ext cx="822960" cy="292608"/>
          </a:xfrm>
          <a:prstGeom prst="rect">
            <a:avLst>
              <a:gd name="adj" fmla="val 15625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0" y="7315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Employees Can 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print payslips for any month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monthly attendance records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leave balances and apply for leave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tax investment declarations (80C / 80D / HRA)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their own profile and employment details</a:t>
            </a:r>
            <a:endParaRPr lang="en-US" sz="1100" dirty="0"/>
          </a:p>
          <a:p>
            <a:pPr>
              <a:spcBef>
                <a:spcPts val="400"/>
              </a:spcBef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leave approval status in real-time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486400" cy="5394960"/>
          </a:xfrm>
          <a:prstGeom prst="rect">
            <a:avLst>
              <a:gd name="adj" fmla="val 1695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HR Gains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8470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payslip queries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0528" y="20848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download their own payslips anytime.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288036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9443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leave calls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0528" y="31821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balances visible to employees 24x7.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40416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tax declarations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10528" y="42793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submit 80C/80D data online — no forms.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5074920"/>
            <a:ext cx="502920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513892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ESS control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0528" y="53766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enables ESS per employee and sets their login password.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 portal — employees never access your main ERP.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Workflows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factory floor runs on WhatsApp — so does Kinto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Startup Checklists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receive daily checklists on WhatsApp. Answers captured, AI-interpreted, and logged automatically — no app required.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Notifications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employee applies for leave, the approver gets a WhatsApp message instantly. No email delays.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Delivery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payslips to all employees via WhatsApp in one click. Individually or in bulk — every month.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Checklist Alerts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Auto-reminders if an operator hasn't completed their startup checklist by the scheduled time.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Expiry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WhatsApp alerts before quality certificates, vendor contracts, or compliance documents expire.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Responses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Colloki Flow AI interprets operator WhatsApp replies and flags anomalies for supervisors.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Kinto Smart Ops?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Indian manufacturing — not a global ERP adapted for India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GST Built-In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validation, tax invoices, e-way bills, GSTR-ready reports. Designed for Indian compliance from day one — not an afterthought.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32588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Native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58191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operators already use WhatsApp. Kinto meets them there — checklists, alerts, payslips all via WhatsApp.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73+ screens with granular permissions per role. Admin, Manager, Accountant, Operator — each sees only what they need.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01752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27355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completely isolated. Every tenant gets their own secure workspace on our cloud platform.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Plan-Gated Modules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you need, scale as you grow. Upgrade plans to unlock HR &amp; Payroll, CRM, and more.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669280" cy="1572768"/>
          </a:xfrm>
          <a:prstGeom prst="rect">
            <a:avLst>
              <a:gd name="adj" fmla="val 46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709160"/>
            <a:ext cx="5449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Onboarding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4965192"/>
            <a:ext cx="54498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trial. No credit card. Most teams are live within a week with guided setup.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a 14-day free trial · No credit card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5740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 users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 &amp; receipts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sales orders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Gatepasses &amp; dispatch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documents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1E3A5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1051560"/>
            <a:ext cx="1828800" cy="320040"/>
          </a:xfrm>
          <a:prstGeom prst="rect">
            <a:avLst>
              <a:gd name="adj" fmla="val 1714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4340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34340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89788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base users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4340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7083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455371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Basic features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7083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455371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BOM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7083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5371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accounting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7083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5371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analytics dashboards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7083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55371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management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7083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455371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checklists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70832" y="502920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553712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70832" y="541324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9" name="Text 47"/>
          <p:cNvSpPr/>
          <p:nvPr/>
        </p:nvSpPr>
        <p:spPr>
          <a:xfrm>
            <a:off x="4553712" y="5367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46720" y="1234440"/>
            <a:ext cx="3657600" cy="521208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8388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183880" y="16642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₹2,599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9738360" y="1901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8388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base users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18388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₹100–150 per additional user/month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11312" y="27249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8394192" y="26791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Professional features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211312" y="31089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8394192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Payroll module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211312" y="349300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1" name="Text 59"/>
          <p:cNvSpPr/>
          <p:nvPr/>
        </p:nvSpPr>
        <p:spPr>
          <a:xfrm>
            <a:off x="8394192" y="3447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Self-Service portal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211312" y="38770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3" name="Text 61"/>
          <p:cNvSpPr/>
          <p:nvPr/>
        </p:nvSpPr>
        <p:spPr>
          <a:xfrm>
            <a:off x="8394192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compliance (Form 16)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211312" y="426110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5" name="Text 63"/>
          <p:cNvSpPr/>
          <p:nvPr/>
        </p:nvSpPr>
        <p:spPr>
          <a:xfrm>
            <a:off x="8394192" y="4215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management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211312" y="464515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7" name="Text 65"/>
          <p:cNvSpPr/>
          <p:nvPr/>
        </p:nvSpPr>
        <p:spPr>
          <a:xfrm>
            <a:off x="8394192" y="4599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211312" y="502920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9" name="Text 67"/>
          <p:cNvSpPr/>
          <p:nvPr/>
        </p:nvSpPr>
        <p:spPr>
          <a:xfrm>
            <a:off x="8394192" y="4983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65760" y="649224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custom plan for large enterprises? Contact us: hello@kintoops.in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Indian Manufacturers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feedback from real customers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 |  Built for Indian Manufacturers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097280"/>
            <a:ext cx="12192000" cy="5577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"Kinto Smart Ops transformed how we track production. Real-time inventory and GST invoicing in one place — we cut our month-end closing time from 3 days to 4 hours."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Sharma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Precision Parts Mfg.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6052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HR &amp; Payroll module with automated TDS calculations and payslip delivery via WhatsApp saved us days every month. Employees no longer call us for payslip queries."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Patel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Alpha Industries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92440" y="1280160"/>
            <a:ext cx="3749040" cy="5029200"/>
          </a:xfrm>
          <a:prstGeom prst="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17830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purchase orders to dispatch gatepasses, everything flows seamlessly. The CRM pipeline helped us recover 3 deals we had forgotten about. Our team adopted it within a week."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5120640"/>
            <a:ext cx="34747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5193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Kumar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5449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Head, Bharat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2352"/>
            <a:ext cx="12192000" cy="1755648"/>
          </a:xfrm>
          <a:prstGeom prst="rect">
            <a:avLst/>
          </a:prstGeom>
          <a:solidFill>
            <a:srgbClr val="162D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Modernise Your Factory?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hundreds of Indian manufacturers already using Kinto Smart Ops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their operations end-to-end.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2563E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required.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 at kintoops.in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162D4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live walkthrough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factory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560320"/>
            <a:ext cx="3474720" cy="2194560"/>
          </a:xfrm>
          <a:prstGeom prst="rect">
            <a:avLst>
              <a:gd name="adj" fmla="val 4167"/>
            </a:avLst>
          </a:prstGeom>
          <a:solidFill>
            <a:srgbClr val="162D4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hello@kintoops.in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XXXXX XXXXX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166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www.kintoops.in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Kinto Smart Ops · Made in India · hello@kintoops.in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2026-04-09T15:56:12Z</dcterms:created>
  <dcterms:modified xsi:type="dcterms:W3CDTF">2026-04-09T15:56:12Z</dcterms:modified>
</cp:coreProperties>
</file>